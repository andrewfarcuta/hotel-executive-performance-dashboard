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83054"/>
                </a:solidFill>
              </a:defRPr>
            </a:pPr>
            <a:r>
              <a:t>Hospitality Business Intelligence Platform</a:t>
            </a:r>
          </a:p>
          <a:p>
            <a:pPr algn="ctr">
              <a:defRPr sz="2400">
                <a:solidFill>
                  <a:srgbClr val="2962FF"/>
                </a:solidFill>
              </a:defRPr>
            </a:pPr>
            <a:r>
              <a:t>for Hotel Performance Analysis</a:t>
            </a:r>
          </a:p>
          <a:p>
            <a:pPr algn="ctr">
              <a:defRPr sz="1800"/>
            </a:pPr>
            <a:r>
              <a:t>Master Admission Proposal</a:t>
            </a:r>
            <a:br/>
            <a:r>
              <a:t>Business Modeling and Distributed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054"/>
                </a:solidFill>
              </a:defRPr>
            </a:pPr>
            <a:r>
              <a:t>Current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A5A5A"/>
                </a:solidFill>
              </a:defRPr>
            </a:pPr>
            <a:r>
              <a:t>• Operational data is fragmented across PMS, booking platforms, CRM and finance.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Managers rely on manual reporting and spreadsheets.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Limited visibility over revenue drivers and guest behaviour.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No centralized Business Intelligence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054"/>
                </a:solidFill>
              </a:defRPr>
            </a:pPr>
            <a:r>
              <a:t>Project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A5A5A"/>
                </a:solidFill>
              </a:defRPr>
            </a:pPr>
            <a:r>
              <a:t>• Design a centralized BI platform for hotel management.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Integrate data from multiple operational systems.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Provide executive dashboards and KPI monitoring.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Support strategic and operational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822960" cy="731520"/>
          </a:xfrm>
          <a:prstGeom prst="round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Booking</a:t>
            </a:r>
            <a:br/>
            <a:r>
              <a:t>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1460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2286000"/>
            <a:ext cx="822960" cy="731520"/>
          </a:xfrm>
          <a:prstGeom prst="round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51460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86000"/>
            <a:ext cx="822960" cy="731520"/>
          </a:xfrm>
          <a:prstGeom prst="round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51460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286000"/>
            <a:ext cx="822960" cy="731520"/>
          </a:xfrm>
          <a:prstGeom prst="round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51460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822960" cy="731520"/>
          </a:xfrm>
          <a:prstGeom prst="round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ETL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1460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286000"/>
            <a:ext cx="822960" cy="731520"/>
          </a:xfrm>
          <a:prstGeom prst="round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Data</a:t>
            </a:r>
            <a:br/>
            <a:r>
              <a:t>Warehouse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251460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286000"/>
            <a:ext cx="822960" cy="731520"/>
          </a:xfrm>
          <a:prstGeom prst="round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Power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251460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2286000"/>
            <a:ext cx="822960" cy="731520"/>
          </a:xfrm>
          <a:prstGeom prst="round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054"/>
                </a:solidFill>
              </a:defRPr>
            </a:pPr>
            <a:r>
              <a:t>Core 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A5A5A"/>
                </a:solidFill>
              </a:defRPr>
            </a:pPr>
            <a:r>
              <a:t>• Bookings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Guests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Rooms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Booking Channels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Revenue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Guest Ratings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Dashboard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054"/>
                </a:solidFill>
              </a:defRPr>
            </a:pPr>
            <a:r>
              <a:t>Implemented 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A5A5A"/>
                </a:solidFill>
              </a:defRPr>
            </a:pPr>
            <a:r>
              <a:t>• Executive KPIs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Revenue Trend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Booking Channel Analysis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Room Performance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Top Countries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Interactive Slicers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Dynamic Titles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Drill-down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Custom Tooltips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054"/>
                </a:solidFill>
              </a:defRPr>
            </a:pPr>
            <a: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A5A5A"/>
                </a:solidFill>
              </a:defRPr>
            </a:pPr>
            <a:r>
              <a:t>• Faster executive reporting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Revenue optimization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Improved market analysis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Operational KPI monitoring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Data-driven decision 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Future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054"/>
                </a:solidFill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A5A5A"/>
                </a:solidFill>
              </a:defRPr>
            </a:pPr>
            <a:r>
              <a:t>• Azure cloud deployment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Dynamic pricing engine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Machine learning forecasting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Real-time API integration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Mobile dashboards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3054"/>
          </a:solidFill>
          <a:ln>
            <a:solidFill>
              <a:srgbClr val="18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054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A5A5A"/>
                </a:solidFill>
              </a:defRPr>
            </a:pPr>
            <a:r>
              <a:t>• Business modelling combined with Business Intelligence.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Distributed operational data integrated into a single analytical platform.</a:t>
            </a:r>
          </a:p>
          <a:p>
            <a:pPr>
              <a:defRPr sz="2000">
                <a:solidFill>
                  <a:srgbClr val="5A5A5A"/>
                </a:solidFill>
              </a:defRPr>
            </a:pPr>
            <a:r>
              <a:t>• Interactive dashboards supporting executive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